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2952" y="10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9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70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41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804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53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73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095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12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41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28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333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E78FA-8D6C-4A30-937F-F87832A4FDB8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7C2CF-B03A-4606-A13D-E48022A73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483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76270" y="319853"/>
            <a:ext cx="6510969" cy="8366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네이버 </a:t>
            </a:r>
            <a:r>
              <a:rPr kumimoji="0" lang="ko-KR" altLang="ko-K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클라우드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(NCP)로 단가표 서비스하기 (전체 그림)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1단계: 네이버 빈 컴퓨터(서버) 빌리기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어디서?: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네이버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클라우드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플랫폼(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ncloud.com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 회원가입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무엇을?: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'서버(Server)'라는 메뉴에서 컴퓨터를 한 대 만듭니다. (운영체제는 가장 많이 쓰는 '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Ubuntu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22.04'라는 리눅스를 선택하시면 됩니다. 윈도우보다 훨씬 가볍고 저렴합니다.)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결과물: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서버를 만들면 '공인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IP'라는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숫자로 된 주소(예: 123.456.78.90)와 접속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비밀번호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를 받게 됩니다. 이게 이사님 전용 컴퓨터의 주소와 열쇠입니다.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2단계: 내 </a:t>
            </a:r>
            <a:r>
              <a:rPr kumimoji="0" lang="ko-KR" altLang="ko-K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PC에서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네이버 컴퓨터로 원격 접속하기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방금 빌린 컴퓨터는 모니터가 없기 때문에, 이사님의 현재 윈도우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PC에서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원격으로 조종을 해야 합니다.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키보드의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윈도우키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+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R을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누르고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cmd라고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치면 나오는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검은색 명령 프롬프트 창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을 사용합니다.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거기에 열쇠(명령어)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를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입력해서 네이버 컴퓨터에 쏙 들어가는 과정입니다.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3단계: 우리가 만든 단가표 파일들 옮기기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FileZilla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파일질라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)라는 무료 프로그램을 이사님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PC에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설치합니다. (내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PC와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네이버 컴퓨터 사이를 연결해 주는 탐색기 같은 프로그램입니다.)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이 프로그램을 열고 네이버 컴퓨터 주소(IP)와 비밀번호를 치고 들어가서, 우리가 열심히 만든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app.py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,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prod_lobby.py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, product_master.csv 파일들을 드래그 앤 드롭으로 쑥 집어넣습니다.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4단계: 24시간 실행 스위치 켜기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다시 2단계의 검은 창으로 돌아와서,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파이썬과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스트림릿을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설치합니다. (제가 복사/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붙여넣기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할 수 있게 명령어는 싹 다 짜드릴 겁니다.)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그리고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streamlit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run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app.py 라는 스위치를 켜면!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이제 전 세계 어디서든 고객들이 스마트폰이나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PC로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네이버 컴퓨터 주소(공인 IP)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를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치고 들어와 한국시스템폴 단가표를 볼 수 있게 됩니다.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60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14" y="429658"/>
            <a:ext cx="6408695" cy="3321580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4177" y="3492898"/>
            <a:ext cx="6581423" cy="5042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충분한 성능 (메모리 2GB):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스트림릿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Streamlit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으로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만든 단가표 프로그램과 엑셀 파일들을 띄워두고, 여러 거래처에서 동시에 접속해서 견적을 뽑더라도 2GB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메모리면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아주 쾌적하게 돌아갑니다.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넉넉한 저장 공간 (디스크 50GB):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도면 이미지 여러 장과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파이썬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코드, 엑셀 파일들을 전부 다 올려도 1GB조차 차지하지 않습니다. 50GB면 앞으로 수백 개의 제품과 이미지를 추가하셔도 남을 정도로 넉넉합니다.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리눅스(</a:t>
            </a:r>
            <a:r>
              <a:rPr kumimoji="0" lang="ko-KR" altLang="ko-K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Ubuntu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)에 최적화: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사진에 "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vCPU가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2개 미만인 사양은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Linux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계열 운영체제만 사용할 수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있습니다"라고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적혀 있죠? 우리가 단가표 서버로 쓸 운영체제가 바로 빠르고 가벼운 리눅스(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Ubuntu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)이므로 조건이 완벽하게 맞아떨어집니다.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언제든 업그레이드 가능: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나중에 서비스가 커져서 동시 접속자가 크게 늘어나더라도, 네이버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클라우드에서는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클릭 몇 번으로 언제든 상위 요금제로 올릴 수 있습니다. 가장 저렴한 모델로 가볍게 시작하시는 것이 베스트입니다.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해당 26,000원(Compact-g1) 요금제를 선택하시고 다음 단계로 넘어가시면 '운영체제(OS)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이미지'를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고르는 화면이 나올 것입니다. 여러 운영체제 중에서 반드시 </a:t>
            </a:r>
            <a:r>
              <a:rPr kumimoji="0" lang="ko-KR" altLang="ko-KR" sz="1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Ubuntu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22.04 (만약 없다면 </a:t>
            </a:r>
            <a:r>
              <a:rPr kumimoji="0" lang="ko-KR" altLang="ko-KR" sz="1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Ubuntu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20.04)</a:t>
            </a:r>
            <a:r>
              <a:rPr kumimoji="0" lang="ko-KR" altLang="ko-KR" sz="1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를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선택해 주시면 됩니다.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운영체제로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Ubuntu를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선택하시고 나면 서버 이름이나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스토리지를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설정하는 화면이 나올 텐데, 해당 화면까지 잘 넘어가셨는지요?</a:t>
            </a:r>
          </a:p>
        </p:txBody>
      </p:sp>
    </p:spTree>
    <p:extLst>
      <p:ext uri="{BB962C8B-B14F-4D97-AF65-F5344CB8AC3E}">
        <p14:creationId xmlns:p14="http://schemas.microsoft.com/office/powerpoint/2010/main" val="3374380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477</Words>
  <Application>Microsoft Office PowerPoint</Application>
  <PresentationFormat>화면 슬라이드 쇼(4:3)</PresentationFormat>
  <Paragraphs>27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2026-08-06T07:13:15Z</dcterms:created>
  <dcterms:modified xsi:type="dcterms:W3CDTF">2026-08-06T07:25:32Z</dcterms:modified>
</cp:coreProperties>
</file>